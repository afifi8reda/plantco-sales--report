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7"/>
  </p:notesMasterIdLst>
  <p:sldIdLst>
    <p:sldId id="257" r:id="rId2"/>
    <p:sldId id="258" r:id="rId3"/>
    <p:sldId id="259" r:id="rId4"/>
    <p:sldId id="260" r:id="rId5"/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0" autoAdjust="0"/>
    <p:restoredTop sz="86410" autoAdjust="0"/>
  </p:normalViewPr>
  <p:slideViewPr>
    <p:cSldViewPr snapToGrid="0" snapToObjects="1">
      <p:cViewPr varScale="1">
        <p:scale>
          <a:sx n="75" d="100"/>
          <a:sy n="75" d="100"/>
        </p:scale>
        <p:origin x="77" y="21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A12D27-2342-4827-85C0-EBD33358D683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1FD46D-EC4E-4D19-B85C-DCBF49182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53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image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shape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shape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shape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shape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shape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shape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cardVisual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advancedSlicerVisual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advancedSlicerVisual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Quantity Drivers of Growth | Month - Country - Product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Quantity Drivers of Growth | Month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Account Profitability Segmentation | GP% and Quantity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shape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card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image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shape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shape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advancedSlicerVisual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advancedSlicerVisual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card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decompositionTreeVisual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image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shape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shape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image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de00ad8c-9d24-4c15-ba5d-d7da789337c9/?pbi_source=PowerPoin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de00ad8c-9d24-4c15-ba5d-d7da789337c9/?pbi_source=PowerPoin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de00ad8c-9d24-4c15-ba5d-d7da789337c9/?pbi_source=PowerPoin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de00ad8c-9d24-4c15-ba5d-d7da789337c9/?pbi_source=PowerPoint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de00ad8c-9d24-4c15-ba5d-d7da789337c9?pbi_source=PowerPoint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image ,shape ,shape ,shape ,shape ,shape ,shape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cardVisual ,advancedSlicerVisual ,advancedSlicerVisual ,Quantity Drivers of Growth | Month - Country - Product ,Quantity Drivers of Growth | Month ,Account Profitability Segmentation | GP% and Quantity ,shape ,card ,textbox ,image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shape ,shape ,advancedSlicerVisual ,advancedSlicerVisual ,card ,decompositionTreeVisual ,image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shape ,shape ,textbox ,textbox ,image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Plant Co. Performance Report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rId3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4/27/2026 10:42:04 AM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4/27/2026 10:20:52 AM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194</Words>
  <Application>Microsoft Office PowerPoint</Application>
  <PresentationFormat>Widescreen</PresentationFormat>
  <Paragraphs>93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Aptos</vt:lpstr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Home</vt:lpstr>
      <vt:lpstr>Overview</vt:lpstr>
      <vt:lpstr>Details</vt:lpstr>
      <vt:lpstr>about</vt:lpstr>
      <vt:lpstr>Plant Co. Performance Report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afifireda30101012445135</cp:lastModifiedBy>
  <cp:revision>5</cp:revision>
  <dcterms:created xsi:type="dcterms:W3CDTF">2016-09-04T11:54:55Z</dcterms:created>
  <dcterms:modified xsi:type="dcterms:W3CDTF">2026-04-27T10:42:58Z</dcterms:modified>
</cp:coreProperties>
</file>